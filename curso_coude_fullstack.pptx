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0C1052-3CEA-4645-9C09-6B77F9519BF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1D040B-54AA-49D3-9320-462980D717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D1C54E-FE66-48FB-8FD6-6DD194CCAA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6A48CA-57A8-4310-9D1D-5519ACBC79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7EE5A8-AF0D-44E3-9713-A63D804809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ECE863-41CB-48B8-A1A1-D7D2F5927A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A2B500-EAB6-4C7F-A156-E489117E6B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8B0D58-BD34-4C81-9B9D-2668C5FF32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57EF71-BF5B-4D92-807F-623BA0C840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80F4C1-AFEC-4B20-B69B-296087B8EC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ED2CDB-A3AF-4EEB-8044-3FB0F775B5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27220D-9A96-420E-B8BF-1A6A2D7372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1B816C-E6CF-433A-BE4C-428603FCFF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7"/>
          <p:cNvSpPr/>
          <p:nvPr/>
        </p:nvSpPr>
        <p:spPr>
          <a:xfrm>
            <a:off x="457200" y="22860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8"/>
          <p:cNvSpPr/>
          <p:nvPr/>
        </p:nvSpPr>
        <p:spPr>
          <a:xfrm>
            <a:off x="410760" y="17031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Wi-fi: COUDE SALA 02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9"/>
          <p:cNvSpPr/>
          <p:nvPr/>
        </p:nvSpPr>
        <p:spPr>
          <a:xfrm>
            <a:off x="457200" y="2580480"/>
            <a:ext cx="8228880" cy="365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0" i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senha: Alerkina777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3"/>
          <p:cNvSpPr/>
          <p:nvPr/>
        </p:nvSpPr>
        <p:spPr>
          <a:xfrm>
            <a:off x="457200" y="22860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30175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Curso Full Stack PHP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3840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Do HTML ao Laravel | Formação Completa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2912400" y="180000"/>
            <a:ext cx="3332880" cy="333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914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Sobre o Curso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457200" y="1645920"/>
            <a:ext cx="40226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457200" y="1645920"/>
            <a:ext cx="136440" cy="13708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822960" y="192024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8 Módulos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Progressão estruturada do básico ao avançado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4663440" y="1645920"/>
            <a:ext cx="40226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663440" y="1645920"/>
            <a:ext cx="136440" cy="13708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029200" y="192024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Stack Completo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HTML, CSS, PHP, JavaScript, SQL e Laravel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57200" y="3291840"/>
            <a:ext cx="40226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457200" y="3291840"/>
            <a:ext cx="136440" cy="13708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822960" y="356616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Prática Intensiva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Projetos reais em cada etapa do aprendizado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4663440" y="3291840"/>
            <a:ext cx="40226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4663440" y="3291840"/>
            <a:ext cx="136440" cy="13708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029200" y="3566160"/>
            <a:ext cx="3382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Mercado Atual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Tecnologias e práticas usadas na indústria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01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Introdução a Front-end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9 Etapas | HTML &amp; CSS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57200" y="2103120"/>
            <a:ext cx="8228880" cy="265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731520" y="2286000"/>
            <a:ext cx="7680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Etapas 1-2: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Fundamentos HTML, semântica e Box Model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Etapas 3-5: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Layouts modernos com Flexbox, Grid e Position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Etapas 6-7: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Interatividade com Transitions e Animations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 8: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Responsividade com Media Queries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 9: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HTML Semântico avançado + Prática com Figma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Lógica de Programação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7 Etapas | PHP Fundamentals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457200" y="2103120"/>
            <a:ext cx="4022640" cy="274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40080" y="22860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Fundamentos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40080" y="2743200"/>
            <a:ext cx="36568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Variáveis e tipos de dados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Estruturas condicionais (if/else)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Laços de repetição (while/for)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Arrays e iteração (foreach)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Operadores (lógicos, aritméticos)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4663440" y="2103120"/>
            <a:ext cx="4022640" cy="274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846320" y="22860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Avançado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4846320" y="2743200"/>
            <a:ext cx="36568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Funções e parâmetros tipados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Orientação a Objetos I (classes)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Git/GitHub (versionamento)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Include/Require e constantes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Projeto prático integrado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03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Banco de Dados Relacional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 Etapas | SQL &amp; MySQL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457200" y="2194560"/>
            <a:ext cx="4022640" cy="109656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640080" y="2377440"/>
            <a:ext cx="3656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Etapa 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Fundamentos e modelagem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4663440" y="2194560"/>
            <a:ext cx="4022640" cy="109656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4846320" y="2377440"/>
            <a:ext cx="3656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Etapa 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CRUD completo e operadores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457200" y="3474720"/>
            <a:ext cx="4022640" cy="109656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0080" y="3657600"/>
            <a:ext cx="3656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Etapa 3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Joins e relacionamentos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4663440" y="3474720"/>
            <a:ext cx="4022640" cy="109656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4846320" y="3657600"/>
            <a:ext cx="3656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Etapa 4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Group By e funções agregadas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Sistemas Web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3 Etapas | PHP + Database Integration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457200" y="2194560"/>
            <a:ext cx="8228880" cy="82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457200" y="2194560"/>
            <a:ext cx="109080" cy="82224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777240" y="233172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Etapa 1: Formulários  </a:t>
            </a:r>
            <a:r>
              <a:rPr lang="en-US" sz="13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• GET, POST e upload de arquivos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457200" y="3200400"/>
            <a:ext cx="8228880" cy="82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457200" y="3200400"/>
            <a:ext cx="109080" cy="82224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777240" y="333756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Etapa 2: CRUD com PDO  </a:t>
            </a:r>
            <a:r>
              <a:rPr lang="en-US" sz="13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• Conexão segura e operações no banco de dados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457200" y="4206240"/>
            <a:ext cx="8228880" cy="82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457200" y="4206240"/>
            <a:ext cx="109080" cy="82224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777240" y="4343400"/>
            <a:ext cx="7680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Etapa 3: Segurança  </a:t>
            </a:r>
            <a:r>
              <a:rPr lang="en-US" sz="13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• Criptografia, Cookies e Sessões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05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JavaScript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2 Etapas + Projeto | Client-Side Programming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457200" y="2103120"/>
            <a:ext cx="4022640" cy="274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640080" y="22860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Etapa 1: PHP to JS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640080" y="2743200"/>
            <a:ext cx="36568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Sintaxe e comparação com PHP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Tipos de dados e variáveis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Arrays e iteração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Funções e arrow functions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Funções iteradoras (map, filter)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4663440" y="2103120"/>
            <a:ext cx="4022640" cy="274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4846320" y="22860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Etapa 2: DOM &amp; AJAX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4846320" y="2743200"/>
            <a:ext cx="36568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Manipulação do DOM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Event listeners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Funções assíncronas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AJAX e Fetch API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Integração com backend PHP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Programação Orientada a Objetos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3 Etapas | POO Avançado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457200" y="2103120"/>
            <a:ext cx="8228880" cy="265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731520" y="2286000"/>
            <a:ext cx="7680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Objetos II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Getters e Setters, modificadores de acesso (public, private, protected), métodos mágicos (__construct, __toString) e propriedades/métodos estáticos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Objetos III - Os 4 Pilares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Abstração, Encapsulamento, Herança e Polimorfismo. Interfaces, classes abstratas e traits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Tratamento de Erros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Try/Catch/Finally, lançamento de exceções, hierarquia de erros e criação de exceções personalizadas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07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Composer, MVC e Boas Práticas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 Etapas | Arquitetura Profissional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640080" y="2103120"/>
            <a:ext cx="1828080" cy="73080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640080" y="228600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Composer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2743200" y="2103120"/>
            <a:ext cx="1828080" cy="73080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2743200" y="22402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Controller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4846320" y="2103120"/>
            <a:ext cx="1828080" cy="730800"/>
          </a:xfrm>
          <a:prstGeom prst="rect">
            <a:avLst/>
          </a:prstGeom>
          <a:solidFill>
            <a:srgbClr val="ffd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846320" y="228600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Controllers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6949440" y="2103120"/>
            <a:ext cx="1828080" cy="73080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6949440" y="22402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Models &amp;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Views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457200" y="3200400"/>
            <a:ext cx="8228880" cy="155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731520" y="3383280"/>
            <a:ext cx="76802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Padrão MVC Profissional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Gerenciamento de dependências com Composer, separação clara de responsabilidades, autoloading PSR-4, sistema de roteamento, e organização de código seguindo padrões da indústria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57200" y="1371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457200" y="914400"/>
            <a:ext cx="913680" cy="913680"/>
          </a:xfrm>
          <a:prstGeom prst="rect">
            <a:avLst/>
          </a:prstGeom>
          <a:solidFill>
            <a:srgbClr val="00a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457200" y="1097280"/>
            <a:ext cx="913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08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1554480" y="100584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Laravel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1554480" y="14630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7 Etapas | Framework PHP Moderno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457200" y="2103120"/>
            <a:ext cx="8228880" cy="265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731520" y="2286000"/>
            <a:ext cx="7680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1. Overview e Instalação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Estrutura de diretórios, ciclo de vida de requisições, Artisan CLI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2. Controllers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Rotas e lógica de aplicação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3. Migrations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Versionamento e controle do banco de dados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4. DB Facade e Eloquent ORM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Consultas e relacionamentos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5. Blade e Validação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Template engine e validação de formulários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6. Middlewares e Autenticação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Filtros de requisições e sistema de login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7. Testes Automatizados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- PHPUnit e testes de features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1097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Sua Jornada Full Stack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57200" y="21031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HTML/CSS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</a:t>
            </a:r>
            <a:r>
              <a:rPr lang="en-US" sz="18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PHP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</a:t>
            </a:r>
            <a:r>
              <a:rPr lang="en-US" sz="1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SQL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</a:t>
            </a:r>
            <a:r>
              <a:rPr lang="en-US" sz="18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JavaScript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→ </a:t>
            </a:r>
            <a:r>
              <a:rPr lang="en-US" sz="1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Laravel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1371600" y="2926080"/>
            <a:ext cx="2010960" cy="118800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1371600" y="3108960"/>
            <a:ext cx="2010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8</a:t>
            </a: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Módulos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3566160" y="2926080"/>
            <a:ext cx="2010960" cy="118800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3566160" y="3108960"/>
            <a:ext cx="2010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00a0dc"/>
                </a:solidFill>
                <a:effectLst/>
                <a:uFillTx/>
                <a:latin typeface="Calibri"/>
              </a:rPr>
              <a:t>35+</a:t>
            </a: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Etapas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5760720" y="2926080"/>
            <a:ext cx="2010960" cy="118800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5760720" y="3108960"/>
            <a:ext cx="2010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ffd600"/>
                </a:solidFill>
                <a:effectLst/>
                <a:uFillTx/>
                <a:latin typeface="Calibri"/>
              </a:rPr>
              <a:t>100%</a:t>
            </a: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Prático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457200" y="4480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a0dc"/>
                </a:solidFill>
                <a:effectLst/>
                <a:uFillTx/>
                <a:latin typeface="Consolas"/>
                <a:ea typeface="Consolas"/>
              </a:rPr>
              <a:t>&lt;coude&gt;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2026-01-29T21:25:29Z</dcterms:created>
  <dc:creator>COUDE</dc:creator>
  <dc:description/>
  <dc:language>pt-BR</dc:language>
  <cp:lastModifiedBy/>
  <dcterms:modified xsi:type="dcterms:W3CDTF">2026-01-30T12:44:12Z</dcterms:modified>
  <cp:revision>3</cp:revision>
  <dc:subject>PptxGenJS Presentation</dc:subject>
  <dc:title>Curso Full Stack PHP - COUDE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